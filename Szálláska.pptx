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6783"/>
    <a:srgbClr val="F4A340"/>
    <a:srgbClr val="2E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623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952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905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082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739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632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60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231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68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3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333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000F627-ABB2-4207-9947-08C913CEA929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8505C512-7EC6-40A2-861B-5DB63F6B58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922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0457C4-7439-4D5B-A18E-DC39FFCF8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Szálláska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E9D45ED-3085-4FCE-BF26-FBD33B086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0" y="257175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2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1C7059-01B7-46EE-A77F-ED34DB40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9705"/>
            <a:ext cx="3457575" cy="1934070"/>
          </a:xfrm>
        </p:spPr>
        <p:txBody>
          <a:bodyPr/>
          <a:lstStyle/>
          <a:p>
            <a:pPr algn="ctr"/>
            <a:r>
              <a:rPr lang="hu-HU" dirty="0"/>
              <a:t>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C68F3C-1BE5-4DF2-BFF8-E72EB9C85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Egy online piactér, amelyen keresztül magánszemélyek és vállalkozások foglalhatnak le rövid távú szállásokat.</a:t>
            </a:r>
            <a:endParaRPr lang="hu-H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41F77B3-961B-4AE6-A198-1894ED6BB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4067175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0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1C7059-01B7-46EE-A77F-ED34DB40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9705"/>
            <a:ext cx="3457575" cy="1934070"/>
          </a:xfrm>
        </p:spPr>
        <p:txBody>
          <a:bodyPr/>
          <a:lstStyle/>
          <a:p>
            <a:pPr algn="ctr"/>
            <a:r>
              <a:rPr lang="hu-HU" dirty="0"/>
              <a:t>Weboldal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C68F3C-1BE5-4DF2-BFF8-E72EB9C85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Bejelentkező felület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Bejelentkezés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Regisztráció</a:t>
            </a:r>
          </a:p>
          <a:p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5 szállás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Minden szállásnak saját adatai vannak (képek, ár, </a:t>
            </a:r>
            <a:r>
              <a:rPr lang="hu-HU" dirty="0" err="1">
                <a:solidFill>
                  <a:schemeClr val="bg1"/>
                </a:solidFill>
                <a:latin typeface="Consolas" panose="020B0609020204030204" pitchFamily="49" charset="0"/>
              </a:rPr>
              <a:t>stb</a:t>
            </a:r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…)</a:t>
            </a:r>
          </a:p>
          <a:p>
            <a:pPr marL="0" indent="0">
              <a:buNone/>
            </a:pPr>
            <a:endParaRPr lang="hu-HU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41F77B3-961B-4AE6-A198-1894ED6BB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4067175"/>
            <a:ext cx="1714500" cy="17145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41DF15A-621F-4C10-9924-0D7CE85B1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011" y="1372155"/>
            <a:ext cx="7699713" cy="3795690"/>
          </a:xfrm>
          <a:prstGeom prst="rect">
            <a:avLst/>
          </a:prstGeom>
          <a:ln w="142875">
            <a:solidFill>
              <a:srgbClr val="266783"/>
            </a:solidFill>
          </a:ln>
          <a:effectLst/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8E8460C-7224-4F87-BD5C-BCA7D1123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508" y="1362630"/>
            <a:ext cx="7691691" cy="379569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F8A1F37-7870-495C-8FCC-B0269A9DD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243" y="1362630"/>
            <a:ext cx="7695956" cy="3793838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817A1F3E-E2D1-4D79-A368-4E47DAF8F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126" y="1360777"/>
            <a:ext cx="7705482" cy="379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6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1C7059-01B7-46EE-A77F-ED34DB40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9705"/>
            <a:ext cx="3457575" cy="1934070"/>
          </a:xfrm>
        </p:spPr>
        <p:txBody>
          <a:bodyPr/>
          <a:lstStyle/>
          <a:p>
            <a:pPr algn="ctr"/>
            <a:r>
              <a:rPr lang="hu-HU" dirty="0"/>
              <a:t>Adatbázis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7BEA030-5DF5-43E9-8E6C-75068CAB1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832" y="863600"/>
            <a:ext cx="6743012" cy="5121275"/>
          </a:xfr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41F77B3-961B-4AE6-A198-1894ED6BB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4067175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0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387F13-8C03-4CA1-8C87-631CCA945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747FCB3-15BB-44AB-AE20-EF19CDA9A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Antal Dániel, Fülöp Péter, Tömör Zoltán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1464BDD-D6B7-41DD-A44F-824E8FB7F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50" y="1819275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64038"/>
      </p:ext>
    </p:extLst>
  </p:cSld>
  <p:clrMapOvr>
    <a:masterClrMapping/>
  </p:clrMapOvr>
</p:sld>
</file>

<file path=ppt/theme/theme1.xml><?xml version="1.0" encoding="utf-8"?>
<a:theme xmlns:a="http://schemas.openxmlformats.org/drawingml/2006/main" name="Keret">
  <a:themeElements>
    <a:clrScheme name="Sárga–naranc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Keret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er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48</Words>
  <Application>Microsoft Office PowerPoint</Application>
  <PresentationFormat>Szélesvásznú</PresentationFormat>
  <Paragraphs>12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Consolas</vt:lpstr>
      <vt:lpstr>Corbel</vt:lpstr>
      <vt:lpstr>Wingdings 2</vt:lpstr>
      <vt:lpstr>Keret</vt:lpstr>
      <vt:lpstr>Szálláska</vt:lpstr>
      <vt:lpstr>Projekt</vt:lpstr>
      <vt:lpstr>Weboldal</vt:lpstr>
      <vt:lpstr>Adatbázis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Szálláska</dc:title>
  <dc:creator>Tömör Zoltán</dc:creator>
  <cp:lastModifiedBy>Fülöp Péter</cp:lastModifiedBy>
  <cp:revision>7</cp:revision>
  <dcterms:created xsi:type="dcterms:W3CDTF">2026-10-19T06:10:01Z</dcterms:created>
  <dcterms:modified xsi:type="dcterms:W3CDTF">2026-10-19T07:17:52Z</dcterms:modified>
</cp:coreProperties>
</file>