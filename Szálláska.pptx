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6783"/>
    <a:srgbClr val="F4A340"/>
    <a:srgbClr val="2E86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101" d="100"/>
          <a:sy n="101" d="100"/>
        </p:scale>
        <p:origin x="990" y="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0F627-ABB2-4207-9947-08C913CEA929}" type="datetimeFigureOut">
              <a:rPr lang="hu-HU" smtClean="0"/>
              <a:t>2026. 10. 19.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05C512-7EC6-40A2-861B-5DB63F6B58B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86230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0F627-ABB2-4207-9947-08C913CEA929}" type="datetimeFigureOut">
              <a:rPr lang="hu-HU" smtClean="0"/>
              <a:t>2026. 10. 19.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05C512-7EC6-40A2-861B-5DB63F6B58B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49521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0F627-ABB2-4207-9947-08C913CEA929}" type="datetimeFigureOut">
              <a:rPr lang="hu-HU" smtClean="0"/>
              <a:t>2026. 10. 19.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05C512-7EC6-40A2-861B-5DB63F6B58B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3390543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0F627-ABB2-4207-9947-08C913CEA929}" type="datetimeFigureOut">
              <a:rPr lang="hu-HU" smtClean="0"/>
              <a:t>2026. 10. 19.</a:t>
            </a:fld>
            <a:endParaRPr lang="hu-H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05C512-7EC6-40A2-861B-5DB63F6B58B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408294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0F627-ABB2-4207-9947-08C913CEA929}" type="datetimeFigureOut">
              <a:rPr lang="hu-HU" smtClean="0"/>
              <a:t>2026. 10. 19.</a:t>
            </a:fld>
            <a:endParaRPr lang="hu-HU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05C512-7EC6-40A2-861B-5DB63F6B58B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367399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0F627-ABB2-4207-9947-08C913CEA929}" type="datetimeFigureOut">
              <a:rPr lang="hu-HU" smtClean="0"/>
              <a:t>2026. 10. 19.</a:t>
            </a:fld>
            <a:endParaRPr lang="hu-HU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05C512-7EC6-40A2-861B-5DB63F6B58B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36326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0F627-ABB2-4207-9947-08C913CEA929}" type="datetimeFigureOut">
              <a:rPr lang="hu-HU" smtClean="0"/>
              <a:t>2026. 10. 19.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05C512-7EC6-40A2-861B-5DB63F6B58B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66009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0F627-ABB2-4207-9947-08C913CEA929}" type="datetimeFigureOut">
              <a:rPr lang="hu-HU" smtClean="0"/>
              <a:t>2026. 10. 19.</a:t>
            </a:fld>
            <a:endParaRPr lang="hu-H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05C512-7EC6-40A2-861B-5DB63F6B58B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923163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0F627-ABB2-4207-9947-08C913CEA929}" type="datetimeFigureOut">
              <a:rPr lang="hu-HU" smtClean="0"/>
              <a:t>2026. 10. 19.</a:t>
            </a:fld>
            <a:endParaRPr lang="hu-HU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05C512-7EC6-40A2-861B-5DB63F6B58B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5687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0F627-ABB2-4207-9947-08C913CEA929}" type="datetimeFigureOut">
              <a:rPr lang="hu-HU" smtClean="0"/>
              <a:t>2026. 10. 19.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05C512-7EC6-40A2-861B-5DB63F6B58B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47336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00F627-ABB2-4207-9947-08C913CEA929}" type="datetimeFigureOut">
              <a:rPr lang="hu-HU" smtClean="0"/>
              <a:t>2026. 10. 19.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05C512-7EC6-40A2-861B-5DB63F6B58B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533317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E86A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000F627-ABB2-4207-9947-08C913CEA929}" type="datetimeFigureOut">
              <a:rPr lang="hu-HU" smtClean="0"/>
              <a:t>2026. 10. 19.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8505C512-7EC6-40A2-861B-5DB63F6B58BF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49221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0457C4-7439-4D5B-A18E-DC39FFCF8A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Szálláska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6AFDF05-8688-4DBE-A1D9-0EC86F2D037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3E9D45ED-3085-4FCE-BF26-FBD33B086B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8750" y="2571750"/>
            <a:ext cx="17145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8204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1C7059-01B7-46EE-A77F-ED34DB40B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299705"/>
            <a:ext cx="3457575" cy="1934070"/>
          </a:xfrm>
        </p:spPr>
        <p:txBody>
          <a:bodyPr/>
          <a:lstStyle/>
          <a:p>
            <a:pPr algn="ctr"/>
            <a:r>
              <a:rPr lang="hu-HU" dirty="0"/>
              <a:t>Projekt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EC68F3C-1BE5-4DF2-BFF8-E72EB9C85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u-HU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Egy online piactér, amelyen keresztül magánszemélyek és vállalkozások foglalhatnak le rövid távú szállásokat.</a:t>
            </a:r>
            <a:endParaRPr lang="hu-HU" dirty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hu-HU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41F77B3-961B-4AE6-A198-1894ED6BBE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537" y="4067175"/>
            <a:ext cx="17145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1301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1C7059-01B7-46EE-A77F-ED34DB40B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299705"/>
            <a:ext cx="3457575" cy="1934070"/>
          </a:xfrm>
        </p:spPr>
        <p:txBody>
          <a:bodyPr/>
          <a:lstStyle/>
          <a:p>
            <a:pPr algn="ctr"/>
            <a:r>
              <a:rPr lang="hu-HU" dirty="0"/>
              <a:t>Weboldal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EC68F3C-1BE5-4DF2-BFF8-E72EB9C85F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Consolas" panose="020B0609020204030204" pitchFamily="49" charset="0"/>
              </a:rPr>
              <a:t>Bejelentkező felület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Consolas" panose="020B0609020204030204" pitchFamily="49" charset="0"/>
              </a:rPr>
              <a:t>Bejelentkezés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Consolas" panose="020B0609020204030204" pitchFamily="49" charset="0"/>
              </a:rPr>
              <a:t>Regisztráció</a:t>
            </a:r>
          </a:p>
          <a:p>
            <a:r>
              <a:rPr lang="hu-HU" dirty="0">
                <a:solidFill>
                  <a:schemeClr val="bg1"/>
                </a:solidFill>
                <a:latin typeface="Consolas" panose="020B0609020204030204" pitchFamily="49" charset="0"/>
              </a:rPr>
              <a:t>5 szállás</a:t>
            </a:r>
          </a:p>
          <a:p>
            <a:pPr lvl="1"/>
            <a:r>
              <a:rPr lang="hu-HU" dirty="0">
                <a:solidFill>
                  <a:schemeClr val="bg1"/>
                </a:solidFill>
                <a:latin typeface="Consolas" panose="020B0609020204030204" pitchFamily="49" charset="0"/>
              </a:rPr>
              <a:t>Minden szállásnak saját adatai vannak (képek, ár, </a:t>
            </a:r>
            <a:r>
              <a:rPr lang="hu-HU" dirty="0" err="1">
                <a:solidFill>
                  <a:schemeClr val="bg1"/>
                </a:solidFill>
                <a:latin typeface="Consolas" panose="020B0609020204030204" pitchFamily="49" charset="0"/>
              </a:rPr>
              <a:t>stb</a:t>
            </a:r>
            <a:r>
              <a:rPr lang="hu-HU" dirty="0">
                <a:solidFill>
                  <a:schemeClr val="bg1"/>
                </a:solidFill>
                <a:latin typeface="Consolas" panose="020B0609020204030204" pitchFamily="49" charset="0"/>
              </a:rPr>
              <a:t>…)</a:t>
            </a:r>
          </a:p>
          <a:p>
            <a:pPr marL="0" indent="0">
              <a:buNone/>
            </a:pPr>
            <a:endParaRPr lang="hu-HU" b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C41F77B3-961B-4AE6-A198-1894ED6BBE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537" y="4067175"/>
            <a:ext cx="1714500" cy="1714500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141DF15A-621F-4C10-9924-0D7CE85B1F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7011" y="1372155"/>
            <a:ext cx="7699713" cy="3795690"/>
          </a:xfrm>
          <a:prstGeom prst="rect">
            <a:avLst/>
          </a:prstGeom>
          <a:ln w="142875">
            <a:solidFill>
              <a:srgbClr val="266783"/>
            </a:solidFill>
          </a:ln>
          <a:effectLst/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F8E8460C-7224-4F87-BD5C-BCA7D1123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5508" y="1362630"/>
            <a:ext cx="7691691" cy="3795691"/>
          </a:xfrm>
          <a:prstGeom prst="rect">
            <a:avLst/>
          </a:prstGeom>
        </p:spPr>
      </p:pic>
      <p:pic>
        <p:nvPicPr>
          <p:cNvPr id="11" name="Kép 10">
            <a:extLst>
              <a:ext uri="{FF2B5EF4-FFF2-40B4-BE49-F238E27FC236}">
                <a16:creationId xmlns:a16="http://schemas.microsoft.com/office/drawing/2014/main" id="{EF8A1F37-7870-495C-8FCC-B0269A9DD9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243" y="1362630"/>
            <a:ext cx="7695956" cy="3793838"/>
          </a:xfrm>
          <a:prstGeom prst="rect">
            <a:avLst/>
          </a:prstGeom>
        </p:spPr>
      </p:pic>
      <p:pic>
        <p:nvPicPr>
          <p:cNvPr id="15" name="Kép 14">
            <a:extLst>
              <a:ext uri="{FF2B5EF4-FFF2-40B4-BE49-F238E27FC236}">
                <a16:creationId xmlns:a16="http://schemas.microsoft.com/office/drawing/2014/main" id="{817A1F3E-E2D1-4D79-A368-4E47DAF8F7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4126" y="1360777"/>
            <a:ext cx="7705482" cy="3790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461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E1C7059-01B7-46EE-A77F-ED34DB40B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299705"/>
            <a:ext cx="3457575" cy="1934070"/>
          </a:xfrm>
        </p:spPr>
        <p:txBody>
          <a:bodyPr/>
          <a:lstStyle/>
          <a:p>
            <a:pPr algn="ctr"/>
            <a:r>
              <a:rPr lang="hu-HU" dirty="0"/>
              <a:t>Adatbázis</a:t>
            </a:r>
          </a:p>
        </p:txBody>
      </p:sp>
      <p:pic>
        <p:nvPicPr>
          <p:cNvPr id="5" name="Tartalom helye 4">
            <a:extLst>
              <a:ext uri="{FF2B5EF4-FFF2-40B4-BE49-F238E27FC236}">
                <a16:creationId xmlns:a16="http://schemas.microsoft.com/office/drawing/2014/main" id="{07BEA030-5DF5-43E9-8E6C-75068CAB1F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4832" y="863600"/>
            <a:ext cx="6743012" cy="5121275"/>
          </a:xfr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C41F77B3-961B-4AE6-A198-1894ED6BBE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537" y="4067175"/>
            <a:ext cx="17145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1206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1387F13-8C03-4CA1-8C87-631CCA9454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Köszönjük a figyelmet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B747FCB3-15BB-44AB-AE20-EF19CDA9A9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Antal Dániel, Fülöp Péter, Tömör Zoltán</a:t>
            </a:r>
          </a:p>
        </p:txBody>
      </p:sp>
      <p:pic>
        <p:nvPicPr>
          <p:cNvPr id="4" name="Kép 3">
            <a:extLst>
              <a:ext uri="{FF2B5EF4-FFF2-40B4-BE49-F238E27FC236}">
                <a16:creationId xmlns:a16="http://schemas.microsoft.com/office/drawing/2014/main" id="{71464BDD-D6B7-41DD-A44F-824E8FB7F0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8550" y="1819275"/>
            <a:ext cx="17145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564038"/>
      </p:ext>
    </p:extLst>
  </p:cSld>
  <p:clrMapOvr>
    <a:masterClrMapping/>
  </p:clrMapOvr>
</p:sld>
</file>

<file path=ppt/theme/theme1.xml><?xml version="1.0" encoding="utf-8"?>
<a:theme xmlns:a="http://schemas.openxmlformats.org/drawingml/2006/main" name="Keret">
  <a:themeElements>
    <a:clrScheme name="Sárga–narancs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Keret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Keret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Words>48</Words>
  <Application>Microsoft Office PowerPoint</Application>
  <PresentationFormat>Szélesvásznú</PresentationFormat>
  <Paragraphs>12</Paragraphs>
  <Slides>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5</vt:i4>
      </vt:variant>
    </vt:vector>
  </HeadingPairs>
  <TitlesOfParts>
    <vt:vector size="9" baseType="lpstr">
      <vt:lpstr>Consolas</vt:lpstr>
      <vt:lpstr>Corbel</vt:lpstr>
      <vt:lpstr>Wingdings 2</vt:lpstr>
      <vt:lpstr>Keret</vt:lpstr>
      <vt:lpstr>Szálláska</vt:lpstr>
      <vt:lpstr>Projekt</vt:lpstr>
      <vt:lpstr>Weboldal</vt:lpstr>
      <vt:lpstr>Adatbázis</vt:lpstr>
      <vt:lpstr>Köszönjük a figyelmet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Szálláska</dc:title>
  <dc:creator>Tömör Zoltán</dc:creator>
  <cp:lastModifiedBy>Tömör Zoltán</cp:lastModifiedBy>
  <cp:revision>6</cp:revision>
  <dcterms:created xsi:type="dcterms:W3CDTF">2026-10-19T06:10:01Z</dcterms:created>
  <dcterms:modified xsi:type="dcterms:W3CDTF">2026-10-19T07:15:32Z</dcterms:modified>
</cp:coreProperties>
</file>